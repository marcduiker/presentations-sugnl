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7" r:id="rId1"/>
  </p:sldMasterIdLst>
  <p:notesMasterIdLst>
    <p:notesMasterId r:id="rId8"/>
  </p:notesMasterIdLst>
  <p:sldIdLst>
    <p:sldId id="301" r:id="rId2"/>
    <p:sldId id="308" r:id="rId3"/>
    <p:sldId id="266" r:id="rId4"/>
    <p:sldId id="305" r:id="rId5"/>
    <p:sldId id="307" r:id="rId6"/>
    <p:sldId id="3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130C"/>
    <a:srgbClr val="5B0000"/>
    <a:srgbClr val="BA1109"/>
    <a:srgbClr val="2E4850"/>
    <a:srgbClr val="DC291E"/>
    <a:srgbClr val="EF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8" autoAdjust="0"/>
    <p:restoredTop sz="75610" autoAdjust="0"/>
  </p:normalViewPr>
  <p:slideViewPr>
    <p:cSldViewPr snapToGrid="0">
      <p:cViewPr varScale="1">
        <p:scale>
          <a:sx n="67" d="100"/>
          <a:sy n="67" d="100"/>
        </p:scale>
        <p:origin x="160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EE0AE-661E-4B9B-8C67-58334E5F30A7}" type="datetimeFigureOut">
              <a:rPr lang="en-US" smtClean="0"/>
              <a:t>15-Jan-17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E2103-B29B-4B63-A233-10FAEDC9C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9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E2103-B29B-4B63-A233-10FAEDC9CD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89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E2103-B29B-4B63-A233-10FAEDC9CD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03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E2103-B29B-4B63-A233-10FAEDC9CD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9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E2103-B29B-4B63-A233-10FAEDC9CD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98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0E2103-B29B-4B63-A233-10FAEDC9CD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07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64966"/>
          </a:xfrm>
          <a:noFill/>
        </p:spPr>
        <p:txBody>
          <a:bodyPr tIns="91440" bIns="91440" anchor="ctr"/>
          <a:lstStyle>
            <a:lvl1pPr algn="ctr">
              <a:defRPr sz="60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333134"/>
            <a:ext cx="4480560" cy="2286000"/>
          </a:xfrm>
          <a:solidFill>
            <a:schemeClr val="tx1">
              <a:alpha val="80000"/>
            </a:schemeClr>
          </a:solidFill>
        </p:spPr>
        <p:txBody>
          <a:bodyPr lIns="274320" tIns="91440" rIns="274320" bIns="9144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9514-6B6F-4965-81CB-D82BD858C0AB}" type="datetime1">
              <a:rPr lang="en-US" smtClean="0"/>
              <a:t>15-Jan-17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60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 smtClean="0"/>
              <a:t>www.sugnl.net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6242122" y="3333134"/>
            <a:ext cx="4480560" cy="2286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74320" tIns="91440" rIns="274320" bIns="9144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ckwell" panose="020606030202050204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Rockwell" panose="02060603020205020403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364" y="3856534"/>
            <a:ext cx="4086076" cy="12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8642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5341"/>
            <a:ext cx="10515600" cy="4754880"/>
          </a:xfrm>
          <a:solidFill>
            <a:schemeClr val="tx1">
              <a:alpha val="80000"/>
            </a:schemeClr>
          </a:solidFill>
          <a:ln>
            <a:noFill/>
          </a:ln>
        </p:spPr>
        <p:txBody>
          <a:bodyPr lIns="182880" tIns="182880" rIns="182880" bIns="18288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9514-6B6F-4965-81CB-D82BD858C0AB}" type="datetime1">
              <a:rPr lang="en-US" smtClean="0"/>
              <a:t>15-Jan-17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www.sugnl.net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38200" y="6198747"/>
            <a:ext cx="10515600" cy="54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721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15694"/>
            <a:ext cx="5157787" cy="823912"/>
          </a:xfrm>
          <a:solidFill>
            <a:schemeClr val="tx1">
              <a:alpha val="80000"/>
            </a:scheme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18261"/>
            <a:ext cx="5157787" cy="3880486"/>
          </a:xfrm>
          <a:solidFill>
            <a:schemeClr val="tx1">
              <a:alpha val="80000"/>
            </a:schemeClr>
          </a:solidFill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5694"/>
            <a:ext cx="5183188" cy="823912"/>
          </a:xfrm>
          <a:solidFill>
            <a:schemeClr val="tx1">
              <a:alpha val="80000"/>
            </a:schemeClr>
          </a:solidFill>
        </p:spPr>
        <p:txBody>
          <a:bodyPr anchor="ctr"/>
          <a:lstStyle>
            <a:lvl1pPr marL="0" indent="0" algn="ctr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18261"/>
            <a:ext cx="5183188" cy="3880486"/>
          </a:xfrm>
          <a:solidFill>
            <a:schemeClr val="tx1">
              <a:alpha val="80000"/>
            </a:schemeClr>
          </a:solidFill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9514-6B6F-4965-81CB-D82BD858C0AB}" type="datetime1">
              <a:rPr lang="en-US" smtClean="0"/>
              <a:t>15-Jan-17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www.sugnl.net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838200" y="6198747"/>
            <a:ext cx="10515600" cy="54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2140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9514-6B6F-4965-81CB-D82BD858C0AB}" type="datetime1">
              <a:rPr lang="en-US" smtClean="0"/>
              <a:t>15-Jan-17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www.sugnl.net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16753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9514-6B6F-4965-81CB-D82BD858C0AB}" type="datetime1">
              <a:rPr lang="en-US" smtClean="0"/>
              <a:t>15-Jan-17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www.sugnl.net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3850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4400"/>
          </a:xfrm>
          <a:prstGeom prst="rect">
            <a:avLst/>
          </a:prstGeom>
        </p:spPr>
        <p:txBody>
          <a:bodyPr vert="horz" lIns="91440" tIns="91440" rIns="91440" bIns="9144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440498"/>
            <a:ext cx="10515600" cy="475488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txBody>
          <a:bodyPr vert="horz" lIns="182880" tIns="182880" rIns="182880" bIns="18288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99514-6B6F-4965-81CB-D82BD858C0AB}" type="datetime1">
              <a:rPr lang="en-US" smtClean="0"/>
              <a:t>15-Jan-17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 smtClean="0"/>
              <a:t>www.sugnl.net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Rockwell" panose="02060603020205020403" pitchFamily="18" charset="0"/>
              </a:defRPr>
            </a:lvl1pPr>
          </a:lstStyle>
          <a:p>
            <a:fld id="{9FA94FE7-91FB-4D0C-8494-890E162BEE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3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2" r:id="rId3"/>
    <p:sldLayoutId id="2147483683" r:id="rId4"/>
    <p:sldLayoutId id="2147483684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gcon.eu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Title 5"/>
          <p:cNvSpPr txBox="1">
            <a:spLocks/>
          </p:cNvSpPr>
          <p:nvPr/>
        </p:nvSpPr>
        <p:spPr>
          <a:xfrm>
            <a:off x="1524000" y="1122363"/>
            <a:ext cx="9144000" cy="127627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Rockwell" panose="02060603020205020403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SUGNL Meeting </a:t>
            </a:r>
            <a:r>
              <a:rPr lang="en-US" dirty="0" err="1" smtClean="0"/>
              <a:t>DigitasLBi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125" y="1994340"/>
            <a:ext cx="8667750" cy="3714750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47464" y="6348802"/>
            <a:ext cx="5514191" cy="365125"/>
          </a:xfrm>
        </p:spPr>
        <p:txBody>
          <a:bodyPr/>
          <a:lstStyle/>
          <a:p>
            <a:r>
              <a:rPr lang="en-US" dirty="0"/>
              <a:t>SUGNL </a:t>
            </a:r>
            <a:r>
              <a:rPr lang="en-US" dirty="0" smtClean="0"/>
              <a:t>– </a:t>
            </a:r>
            <a:r>
              <a:rPr lang="en-US" dirty="0" err="1" smtClean="0"/>
              <a:t>DigitasLBi</a:t>
            </a:r>
            <a:r>
              <a:rPr lang="en-US" dirty="0" smtClean="0"/>
              <a:t> 19 Jan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66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88286"/>
            <a:ext cx="10515600" cy="914400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Happy new year!</a:t>
            </a:r>
            <a:endParaRPr lang="en-US" sz="5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47464" y="6348802"/>
            <a:ext cx="5514191" cy="365125"/>
          </a:xfrm>
        </p:spPr>
        <p:txBody>
          <a:bodyPr/>
          <a:lstStyle/>
          <a:p>
            <a:r>
              <a:rPr lang="en-US" dirty="0"/>
              <a:t>SUGNL </a:t>
            </a:r>
            <a:r>
              <a:rPr lang="en-US" dirty="0" smtClean="0"/>
              <a:t>– </a:t>
            </a:r>
            <a:r>
              <a:rPr lang="en-US" dirty="0" err="1" smtClean="0"/>
              <a:t>DigitasLBi</a:t>
            </a:r>
            <a:r>
              <a:rPr lang="en-US" dirty="0" smtClean="0"/>
              <a:t> 19 Jan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10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735" y="356644"/>
            <a:ext cx="10515600" cy="914400"/>
          </a:xfrm>
        </p:spPr>
        <p:txBody>
          <a:bodyPr>
            <a:noAutofit/>
          </a:bodyPr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38199" y="1445341"/>
            <a:ext cx="10515601" cy="47548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17.30 - 18.15 Dinner &amp; Drinks</a:t>
            </a:r>
          </a:p>
          <a:p>
            <a:pPr marL="0" indent="0">
              <a:buNone/>
            </a:pPr>
            <a:r>
              <a:rPr lang="en-US" sz="1600" dirty="0"/>
              <a:t>18.15 - 18.30 Opening SUGNL &amp; </a:t>
            </a:r>
            <a:r>
              <a:rPr lang="en-US" sz="1600" dirty="0" err="1" smtClean="0"/>
              <a:t>DigitasLBi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18:30 - 19:15 </a:t>
            </a:r>
            <a:r>
              <a:rPr lang="en-US" sz="1600" dirty="0" smtClean="0"/>
              <a:t>Using distributed SOLR indices in a Sitecore project</a:t>
            </a:r>
            <a:r>
              <a:rPr lang="en-US" sz="1600" dirty="0"/>
              <a:t> - </a:t>
            </a:r>
            <a:r>
              <a:rPr lang="en-US" sz="1600" dirty="0" smtClean="0"/>
              <a:t>Lilia </a:t>
            </a:r>
            <a:r>
              <a:rPr lang="en-US" sz="1600" dirty="0" err="1" smtClean="0"/>
              <a:t>Silvastrova</a:t>
            </a:r>
            <a:r>
              <a:rPr lang="en-US" sz="1600" dirty="0"/>
              <a:t> </a:t>
            </a:r>
            <a:r>
              <a:rPr lang="en-US" sz="1600" dirty="0" smtClean="0"/>
              <a:t>(</a:t>
            </a:r>
            <a:r>
              <a:rPr lang="en-US" sz="1600" dirty="0" err="1" smtClean="0"/>
              <a:t>DigitasLBi</a:t>
            </a:r>
            <a:r>
              <a:rPr lang="en-US" sz="1600" dirty="0" smtClean="0"/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19:15 - 19:30 Break</a:t>
            </a:r>
          </a:p>
          <a:p>
            <a:pPr marL="0" indent="0">
              <a:buNone/>
            </a:pPr>
            <a:r>
              <a:rPr lang="en-US" sz="1600" dirty="0"/>
              <a:t>19:30 - 20:15 </a:t>
            </a:r>
            <a:r>
              <a:rPr lang="en-US" sz="1600" dirty="0" smtClean="0"/>
              <a:t>Sitecore Q&amp;A a la carte – Alex van </a:t>
            </a:r>
            <a:r>
              <a:rPr lang="en-US" sz="1600" dirty="0" err="1" smtClean="0"/>
              <a:t>Wolferen</a:t>
            </a:r>
            <a:r>
              <a:rPr lang="en-US" sz="1600" dirty="0" smtClean="0"/>
              <a:t> (</a:t>
            </a:r>
            <a:r>
              <a:rPr lang="en-US" sz="1600" dirty="0" err="1" smtClean="0"/>
              <a:t>Suneco</a:t>
            </a:r>
            <a:r>
              <a:rPr lang="en-US" sz="1600" dirty="0" smtClean="0"/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20.15 - 20.30 Break</a:t>
            </a:r>
          </a:p>
          <a:p>
            <a:pPr marL="0" indent="0">
              <a:buNone/>
            </a:pPr>
            <a:r>
              <a:rPr lang="en-US" sz="1600" dirty="0"/>
              <a:t>20:30 - 21:15 </a:t>
            </a:r>
            <a:r>
              <a:rPr lang="en-US" sz="1600" dirty="0" smtClean="0"/>
              <a:t>How we do it: Information Architecture in the Helix Era – Erwin </a:t>
            </a:r>
            <a:r>
              <a:rPr lang="en-US" sz="1600" dirty="0" err="1" smtClean="0"/>
              <a:t>Rijss</a:t>
            </a:r>
            <a:r>
              <a:rPr lang="en-US" sz="1600" dirty="0" smtClean="0"/>
              <a:t> (Macaw)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21.15 - 21.20 Closing &amp; Questions</a:t>
            </a:r>
          </a:p>
          <a:p>
            <a:pPr marL="0" indent="0">
              <a:buNone/>
            </a:pPr>
            <a:r>
              <a:rPr lang="en-US" sz="1600" dirty="0"/>
              <a:t>21.20 - </a:t>
            </a:r>
            <a:r>
              <a:rPr lang="en-US" sz="1600" dirty="0" smtClean="0"/>
              <a:t>22.00 </a:t>
            </a:r>
            <a:r>
              <a:rPr lang="en-US" sz="1600" dirty="0"/>
              <a:t>Drinks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47464" y="6348802"/>
            <a:ext cx="5514191" cy="365125"/>
          </a:xfrm>
        </p:spPr>
        <p:txBody>
          <a:bodyPr/>
          <a:lstStyle/>
          <a:p>
            <a:r>
              <a:rPr lang="en-US" dirty="0"/>
              <a:t>SUGNL </a:t>
            </a:r>
            <a:r>
              <a:rPr lang="en-US" dirty="0" smtClean="0"/>
              <a:t>– </a:t>
            </a:r>
            <a:r>
              <a:rPr lang="en-US" dirty="0" err="1" smtClean="0"/>
              <a:t>DigitasLBi</a:t>
            </a:r>
            <a:r>
              <a:rPr lang="en-US" dirty="0" smtClean="0"/>
              <a:t> 19 Jan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26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</a:t>
            </a:r>
            <a:r>
              <a:rPr lang="en-US" dirty="0"/>
              <a:t>meetings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February 15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2017 </a:t>
            </a:r>
            <a:r>
              <a:rPr lang="en-US" sz="2400" dirty="0"/>
              <a:t>– Aviva </a:t>
            </a:r>
            <a:r>
              <a:rPr lang="en-US" sz="2400" dirty="0" smtClean="0"/>
              <a:t>Solutions (</a:t>
            </a:r>
            <a:r>
              <a:rPr lang="en-US" sz="2400" dirty="0" err="1" smtClean="0"/>
              <a:t>Koudekerk</a:t>
            </a:r>
            <a:r>
              <a:rPr lang="en-US" sz="2400" dirty="0" smtClean="0"/>
              <a:t> </a:t>
            </a:r>
            <a:r>
              <a:rPr lang="en-US" sz="2400" dirty="0" err="1" smtClean="0"/>
              <a:t>a/d</a:t>
            </a:r>
            <a:r>
              <a:rPr lang="en-US" sz="2400" dirty="0" smtClean="0"/>
              <a:t> Rijn)</a:t>
            </a:r>
          </a:p>
          <a:p>
            <a:r>
              <a:rPr lang="en-US" sz="2400" dirty="0" err="1" smtClean="0"/>
              <a:t>Tahzoo</a:t>
            </a:r>
            <a:r>
              <a:rPr lang="en-US" sz="2400" dirty="0" smtClean="0"/>
              <a:t>, </a:t>
            </a:r>
            <a:r>
              <a:rPr lang="en-US" sz="2400" dirty="0" smtClean="0"/>
              <a:t>Avanade, Estate, Macaw, </a:t>
            </a:r>
            <a:r>
              <a:rPr lang="en-US" sz="2400" dirty="0" err="1" smtClean="0"/>
              <a:t>Suneco</a:t>
            </a:r>
            <a:r>
              <a:rPr lang="en-US" sz="2400" dirty="0" smtClean="0"/>
              <a:t>, </a:t>
            </a:r>
            <a:r>
              <a:rPr lang="en-US" sz="2400" dirty="0" err="1" smtClean="0"/>
              <a:t>Achmea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Want </a:t>
            </a:r>
            <a:r>
              <a:rPr lang="en-US" sz="2400" dirty="0"/>
              <a:t>to present / Have something cool? </a:t>
            </a:r>
            <a:r>
              <a:rPr lang="en-US" sz="2400" dirty="0" smtClean="0"/>
              <a:t>Let us know!</a:t>
            </a:r>
            <a:endParaRPr lang="nl-NL" sz="2400" dirty="0"/>
          </a:p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47464" y="6348802"/>
            <a:ext cx="5514191" cy="365125"/>
          </a:xfrm>
        </p:spPr>
        <p:txBody>
          <a:bodyPr/>
          <a:lstStyle/>
          <a:p>
            <a:r>
              <a:rPr lang="en-US" dirty="0"/>
              <a:t>SUGNL </a:t>
            </a:r>
            <a:r>
              <a:rPr lang="en-US" dirty="0" smtClean="0"/>
              <a:t>– </a:t>
            </a:r>
            <a:r>
              <a:rPr lang="en-US" dirty="0" err="1" smtClean="0"/>
              <a:t>DigitasLBi</a:t>
            </a:r>
            <a:r>
              <a:rPr lang="en-US" dirty="0" smtClean="0"/>
              <a:t> 19 Jan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009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SUGCON Europe 2017!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498"/>
            <a:ext cx="10515600" cy="4754880"/>
          </a:xfrm>
        </p:spPr>
        <p:txBody>
          <a:bodyPr/>
          <a:lstStyle/>
          <a:p>
            <a:r>
              <a:rPr lang="en-US" dirty="0" smtClean="0"/>
              <a:t>18</a:t>
            </a:r>
            <a:r>
              <a:rPr lang="en-US" baseline="30000" dirty="0" smtClean="0"/>
              <a:t>th</a:t>
            </a:r>
            <a:r>
              <a:rPr lang="en-US" dirty="0" smtClean="0"/>
              <a:t> &amp; 19</a:t>
            </a:r>
            <a:r>
              <a:rPr lang="en-US" baseline="30000" dirty="0" smtClean="0"/>
              <a:t>th</a:t>
            </a:r>
            <a:r>
              <a:rPr lang="en-US" dirty="0" smtClean="0"/>
              <a:t>  May</a:t>
            </a:r>
          </a:p>
          <a:p>
            <a:r>
              <a:rPr lang="en-US" dirty="0" smtClean="0"/>
              <a:t>Amsterdam</a:t>
            </a:r>
          </a:p>
          <a:p>
            <a:r>
              <a:rPr lang="en-US" dirty="0">
                <a:hlinkClick r:id="rId3"/>
              </a:rPr>
              <a:t>http://www.sugcon.eu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en-US" dirty="0" smtClean="0"/>
              <a:t>#SUGCON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47464" y="6348802"/>
            <a:ext cx="5514191" cy="365125"/>
          </a:xfrm>
        </p:spPr>
        <p:txBody>
          <a:bodyPr/>
          <a:lstStyle/>
          <a:p>
            <a:r>
              <a:rPr lang="en-US" dirty="0"/>
              <a:t>SUGNL </a:t>
            </a:r>
            <a:r>
              <a:rPr lang="en-US" dirty="0" smtClean="0"/>
              <a:t>– </a:t>
            </a:r>
            <a:r>
              <a:rPr lang="en-US" dirty="0" err="1" smtClean="0"/>
              <a:t>DigitasLBi</a:t>
            </a:r>
            <a:r>
              <a:rPr lang="en-US" dirty="0" smtClean="0"/>
              <a:t> 19 Jan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0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59" y="2125980"/>
            <a:ext cx="10515600" cy="188531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Thank you </a:t>
            </a:r>
            <a:r>
              <a:rPr lang="en-US" dirty="0" err="1" smtClean="0"/>
              <a:t>DigitasLBi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94FE7-91FB-4D0C-8494-890E162BEED9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47464" y="6348802"/>
            <a:ext cx="5514191" cy="365125"/>
          </a:xfrm>
        </p:spPr>
        <p:txBody>
          <a:bodyPr/>
          <a:lstStyle/>
          <a:p>
            <a:r>
              <a:rPr lang="en-US" dirty="0"/>
              <a:t>SUGNL </a:t>
            </a:r>
            <a:r>
              <a:rPr lang="en-US" dirty="0" smtClean="0"/>
              <a:t>– </a:t>
            </a:r>
            <a:r>
              <a:rPr lang="en-US" dirty="0" err="1" smtClean="0"/>
              <a:t>DigitasLBi</a:t>
            </a:r>
            <a:r>
              <a:rPr lang="en-US" dirty="0" smtClean="0"/>
              <a:t> 19 Jan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618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FFFFFF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133</Words>
  <Application>Microsoft Office PowerPoint</Application>
  <PresentationFormat>Widescreen</PresentationFormat>
  <Paragraphs>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Rockwell</vt:lpstr>
      <vt:lpstr>Tahoma</vt:lpstr>
      <vt:lpstr>Office Theme</vt:lpstr>
      <vt:lpstr>PowerPoint Presentation</vt:lpstr>
      <vt:lpstr>Happy new year!</vt:lpstr>
      <vt:lpstr>Agenda</vt:lpstr>
      <vt:lpstr>Next meetings</vt:lpstr>
      <vt:lpstr>SUGCON Europe 2017!</vt:lpstr>
      <vt:lpstr>Thank you DigitasLBi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2016-06-20T18:56:02Z</dcterms:created>
  <dcterms:modified xsi:type="dcterms:W3CDTF">2017-01-15T14:16:50Z</dcterms:modified>
</cp:coreProperties>
</file>